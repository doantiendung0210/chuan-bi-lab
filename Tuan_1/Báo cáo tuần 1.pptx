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6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0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0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1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9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58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7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7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8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BÁO CÁO TUẦN 1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2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Tổng</a:t>
            </a:r>
            <a:r>
              <a:rPr lang="en-US" b="1" dirty="0" smtClean="0"/>
              <a:t> </a:t>
            </a:r>
            <a:r>
              <a:rPr lang="en-US" b="1" dirty="0" err="1" smtClean="0"/>
              <a:t>quan</a:t>
            </a:r>
            <a:r>
              <a:rPr lang="en-US" b="1" dirty="0" smtClean="0"/>
              <a:t> </a:t>
            </a:r>
            <a:r>
              <a:rPr lang="en-US" b="1" dirty="0" err="1" smtClean="0"/>
              <a:t>nội</a:t>
            </a:r>
            <a:r>
              <a:rPr lang="en-US" b="1" dirty="0" smtClean="0"/>
              <a:t> dung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AI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phổ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Notebook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- 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4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về</a:t>
            </a:r>
            <a:r>
              <a:rPr lang="en-US" b="1" dirty="0" smtClean="0"/>
              <a:t> AI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955187"/>
            <a:ext cx="7735712" cy="4351338"/>
          </a:xfrm>
        </p:spPr>
      </p:pic>
      <p:sp>
        <p:nvSpPr>
          <p:cNvPr id="7" name="TextBox 6"/>
          <p:cNvSpPr txBox="1"/>
          <p:nvPr/>
        </p:nvSpPr>
        <p:spPr>
          <a:xfrm>
            <a:off x="6096000" y="5627077"/>
            <a:ext cx="292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</a:t>
            </a:r>
            <a:r>
              <a:rPr lang="en-US" i="1" dirty="0" err="1" smtClean="0"/>
              <a:t>rợ</a:t>
            </a:r>
            <a:r>
              <a:rPr lang="en-US" i="1" dirty="0" smtClean="0"/>
              <a:t> </a:t>
            </a:r>
            <a:r>
              <a:rPr lang="en-US" i="1" dirty="0" err="1" smtClean="0"/>
              <a:t>lý</a:t>
            </a:r>
            <a:r>
              <a:rPr lang="en-US" i="1" dirty="0" smtClean="0"/>
              <a:t> </a:t>
            </a:r>
            <a:r>
              <a:rPr lang="en-US" i="1" dirty="0" err="1" smtClean="0"/>
              <a:t>trí</a:t>
            </a:r>
            <a:r>
              <a:rPr lang="en-US" i="1" dirty="0" smtClean="0"/>
              <a:t> </a:t>
            </a:r>
            <a:r>
              <a:rPr lang="en-US" i="1" dirty="0" err="1" smtClean="0"/>
              <a:t>tuệ</a:t>
            </a:r>
            <a:r>
              <a:rPr lang="en-US" i="1" dirty="0" smtClean="0"/>
              <a:t> </a:t>
            </a:r>
            <a:r>
              <a:rPr lang="en-US" i="1" dirty="0" err="1" smtClean="0"/>
              <a:t>nhân</a:t>
            </a:r>
            <a:r>
              <a:rPr lang="en-US" i="1" dirty="0" smtClean="0"/>
              <a:t> </a:t>
            </a:r>
            <a:r>
              <a:rPr lang="en-US" i="1" dirty="0" err="1" smtClean="0"/>
              <a:t>tạo</a:t>
            </a:r>
            <a:r>
              <a:rPr lang="en-US" i="1" dirty="0" smtClean="0"/>
              <a:t> Gemini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5880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60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BÁO CÁO TUẦN 1</vt:lpstr>
      <vt:lpstr>Tổng quan nội dung</vt:lpstr>
      <vt:lpstr>1. Giới thiệu về AI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TUẦN 1</dc:title>
  <dc:creator>Doan Tien Dung 202516747</dc:creator>
  <cp:lastModifiedBy>Doan Tien Dung 202516747</cp:lastModifiedBy>
  <cp:revision>2</cp:revision>
  <dcterms:created xsi:type="dcterms:W3CDTF">2026-10-08T16:04:29Z</dcterms:created>
  <dcterms:modified xsi:type="dcterms:W3CDTF">2026-10-08T16:27:18Z</dcterms:modified>
</cp:coreProperties>
</file>