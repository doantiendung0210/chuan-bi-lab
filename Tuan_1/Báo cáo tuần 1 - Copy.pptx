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3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4" r:id="rId10"/>
    <p:sldId id="266" r:id="rId11"/>
    <p:sldId id="267" r:id="rId12"/>
    <p:sldId id="268" r:id="rId13"/>
    <p:sldId id="269" r:id="rId14"/>
    <p:sldId id="271" r:id="rId15"/>
    <p:sldId id="270" r:id="rId16"/>
    <p:sldId id="272" r:id="rId17"/>
    <p:sldId id="273" r:id="rId18"/>
    <p:sldId id="275" r:id="rId19"/>
    <p:sldId id="274" r:id="rId20"/>
    <p:sldId id="277" r:id="rId21"/>
    <p:sldId id="278" r:id="rId22"/>
    <p:sldId id="279" r:id="rId23"/>
    <p:sldId id="280" r:id="rId24"/>
    <p:sldId id="282" r:id="rId25"/>
    <p:sldId id="283" r:id="rId26"/>
    <p:sldId id="285" r:id="rId27"/>
    <p:sldId id="281" r:id="rId28"/>
    <p:sldId id="286" r:id="rId29"/>
    <p:sldId id="288" r:id="rId30"/>
    <p:sldId id="289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7B6-B6BC-4EF7-B147-E2EE455BAA1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7B608-8606-42FC-BAAD-0A45DC0C4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164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7B6-B6BC-4EF7-B147-E2EE455BAA1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7B608-8606-42FC-BAAD-0A45DC0C4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0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7B6-B6BC-4EF7-B147-E2EE455BAA1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7B608-8606-42FC-BAAD-0A45DC0C4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70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7B6-B6BC-4EF7-B147-E2EE455BAA1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7B608-8606-42FC-BAAD-0A45DC0C4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903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7B6-B6BC-4EF7-B147-E2EE455BAA1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7B608-8606-42FC-BAAD-0A45DC0C4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315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7B6-B6BC-4EF7-B147-E2EE455BAA1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7B608-8606-42FC-BAAD-0A45DC0C4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97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7B6-B6BC-4EF7-B147-E2EE455BAA1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7B608-8606-42FC-BAAD-0A45DC0C4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591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7B6-B6BC-4EF7-B147-E2EE455BAA1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7B608-8606-42FC-BAAD-0A45DC0C4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58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7B6-B6BC-4EF7-B147-E2EE455BAA1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7B608-8606-42FC-BAAD-0A45DC0C4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279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7B6-B6BC-4EF7-B147-E2EE455BAA1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7B608-8606-42FC-BAAD-0A45DC0C4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070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397B6-B6BC-4EF7-B147-E2EE455BAA1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7B608-8606-42FC-BAAD-0A45DC0C4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85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F397B6-B6BC-4EF7-B147-E2EE455BAA12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7B608-8606-42FC-BAAD-0A45DC0C4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9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f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f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f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BÁO CÁO TUẦN 1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723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Tổng</a:t>
            </a:r>
            <a:r>
              <a:rPr lang="en-US" b="1" dirty="0" smtClean="0"/>
              <a:t> </a:t>
            </a:r>
            <a:r>
              <a:rPr lang="en-US" b="1" dirty="0" err="1" smtClean="0"/>
              <a:t>quan</a:t>
            </a:r>
            <a:r>
              <a:rPr lang="en-US" b="1" dirty="0" smtClean="0"/>
              <a:t> </a:t>
            </a:r>
            <a:r>
              <a:rPr lang="en-US" b="1" dirty="0" err="1" smtClean="0"/>
              <a:t>nội</a:t>
            </a:r>
            <a:r>
              <a:rPr lang="en-US" b="1" dirty="0" smtClean="0"/>
              <a:t> dung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Giới</a:t>
            </a:r>
            <a:r>
              <a:rPr lang="en-US" dirty="0" smtClean="0"/>
              <a:t> </a:t>
            </a:r>
            <a:r>
              <a:rPr lang="en-US" dirty="0" err="1" smtClean="0"/>
              <a:t>thiệu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AI</a:t>
            </a:r>
          </a:p>
          <a:p>
            <a:r>
              <a:rPr lang="en-US" dirty="0" smtClean="0"/>
              <a:t>2.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hiểu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thư</a:t>
            </a:r>
            <a:r>
              <a:rPr lang="en-US" dirty="0" smtClean="0"/>
              <a:t> </a:t>
            </a:r>
            <a:r>
              <a:rPr lang="en-US" dirty="0" err="1" smtClean="0"/>
              <a:t>viện</a:t>
            </a:r>
            <a:r>
              <a:rPr lang="en-US" dirty="0" smtClean="0"/>
              <a:t> </a:t>
            </a:r>
            <a:r>
              <a:rPr lang="en-US" dirty="0" err="1" smtClean="0"/>
              <a:t>phổ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endParaRPr lang="en-US" dirty="0" smtClean="0"/>
          </a:p>
          <a:p>
            <a:r>
              <a:rPr lang="en-US" dirty="0" smtClean="0"/>
              <a:t>3.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hiểu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Notebook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nguồn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endParaRPr lang="en-US" dirty="0" smtClean="0"/>
          </a:p>
          <a:p>
            <a:r>
              <a:rPr lang="en-US" dirty="0" smtClean="0"/>
              <a:t>4.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sơ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 - Exploratory Data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84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1. </a:t>
            </a:r>
            <a:r>
              <a:rPr lang="en-US" b="1" dirty="0" err="1" smtClean="0"/>
              <a:t>Giới</a:t>
            </a:r>
            <a:r>
              <a:rPr lang="en-US" b="1" dirty="0" smtClean="0"/>
              <a:t> </a:t>
            </a:r>
            <a:r>
              <a:rPr lang="en-US" b="1" dirty="0" err="1" smtClean="0"/>
              <a:t>thiệu</a:t>
            </a:r>
            <a:r>
              <a:rPr lang="en-US" b="1" dirty="0" smtClean="0"/>
              <a:t> </a:t>
            </a:r>
            <a:r>
              <a:rPr lang="en-US" b="1" dirty="0" err="1" smtClean="0"/>
              <a:t>về</a:t>
            </a:r>
            <a:r>
              <a:rPr lang="en-US" b="1" dirty="0" smtClean="0"/>
              <a:t> AI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664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</a:t>
            </a:r>
            <a:r>
              <a:rPr lang="en-US" b="1" dirty="0" err="1"/>
              <a:t>Giới</a:t>
            </a:r>
            <a:r>
              <a:rPr lang="en-US" b="1" dirty="0"/>
              <a:t> </a:t>
            </a:r>
            <a:r>
              <a:rPr lang="en-US" b="1" dirty="0" err="1"/>
              <a:t>thiệu</a:t>
            </a:r>
            <a:r>
              <a:rPr lang="en-US" b="1" dirty="0"/>
              <a:t> </a:t>
            </a:r>
            <a:r>
              <a:rPr lang="en-US" b="1" dirty="0" err="1"/>
              <a:t>về</a:t>
            </a:r>
            <a:r>
              <a:rPr lang="en-US" b="1" dirty="0"/>
              <a:t> AI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742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482" y="1092703"/>
            <a:ext cx="7734117" cy="4343819"/>
          </a:xfrm>
        </p:spPr>
      </p:pic>
    </p:spTree>
    <p:extLst>
      <p:ext uri="{BB962C8B-B14F-4D97-AF65-F5344CB8AC3E}">
        <p14:creationId xmlns:p14="http://schemas.microsoft.com/office/powerpoint/2010/main" val="722057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</a:t>
            </a:r>
            <a:r>
              <a:rPr lang="en-US" b="1" dirty="0" err="1"/>
              <a:t>Giới</a:t>
            </a:r>
            <a:r>
              <a:rPr lang="en-US" b="1" dirty="0"/>
              <a:t> </a:t>
            </a:r>
            <a:r>
              <a:rPr lang="en-US" b="1" dirty="0" err="1"/>
              <a:t>thiệu</a:t>
            </a:r>
            <a:r>
              <a:rPr lang="en-US" b="1" dirty="0"/>
              <a:t> </a:t>
            </a:r>
            <a:r>
              <a:rPr lang="en-US" b="1" dirty="0" err="1"/>
              <a:t>về</a:t>
            </a:r>
            <a:r>
              <a:rPr lang="en-US" b="1" dirty="0"/>
              <a:t> AI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endParaRPr lang="en-US" dirty="0" smtClean="0"/>
          </a:p>
          <a:p>
            <a:r>
              <a:rPr lang="en-US" dirty="0" err="1" smtClean="0"/>
              <a:t>Lĩnh</a:t>
            </a:r>
            <a:r>
              <a:rPr lang="en-US" dirty="0" smtClean="0"/>
              <a:t> </a:t>
            </a:r>
            <a:r>
              <a:rPr lang="en-US" dirty="0" err="1" smtClean="0"/>
              <a:t>vực</a:t>
            </a:r>
            <a:r>
              <a:rPr lang="en-US" dirty="0" smtClean="0"/>
              <a:t> </a:t>
            </a:r>
            <a:r>
              <a:rPr lang="en-US" dirty="0" err="1" smtClean="0"/>
              <a:t>chính</a:t>
            </a:r>
            <a:r>
              <a:rPr lang="en-US" dirty="0" smtClean="0"/>
              <a:t>: ML, DL, NLP, Computer Vision, Robotics</a:t>
            </a:r>
          </a:p>
        </p:txBody>
      </p:sp>
    </p:spTree>
    <p:extLst>
      <p:ext uri="{BB962C8B-B14F-4D97-AF65-F5344CB8AC3E}">
        <p14:creationId xmlns:p14="http://schemas.microsoft.com/office/powerpoint/2010/main" val="490944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104" y="1027906"/>
            <a:ext cx="7717791" cy="4823620"/>
          </a:xfrm>
        </p:spPr>
      </p:pic>
    </p:spTree>
    <p:extLst>
      <p:ext uri="{BB962C8B-B14F-4D97-AF65-F5344CB8AC3E}">
        <p14:creationId xmlns:p14="http://schemas.microsoft.com/office/powerpoint/2010/main" val="3654279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</a:t>
            </a:r>
            <a:r>
              <a:rPr lang="en-US" b="1" dirty="0" err="1"/>
              <a:t>Giới</a:t>
            </a:r>
            <a:r>
              <a:rPr lang="en-US" b="1" dirty="0"/>
              <a:t> </a:t>
            </a:r>
            <a:r>
              <a:rPr lang="en-US" b="1" dirty="0" err="1"/>
              <a:t>thiệu</a:t>
            </a:r>
            <a:r>
              <a:rPr lang="en-US" b="1" dirty="0"/>
              <a:t> </a:t>
            </a:r>
            <a:r>
              <a:rPr lang="en-US" b="1" dirty="0" err="1"/>
              <a:t>về</a:t>
            </a:r>
            <a:r>
              <a:rPr lang="en-US" b="1" dirty="0"/>
              <a:t> AI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endParaRPr lang="en-US" dirty="0" smtClean="0"/>
          </a:p>
          <a:p>
            <a:r>
              <a:rPr lang="en-US" dirty="0" err="1" smtClean="0"/>
              <a:t>Lĩnh</a:t>
            </a:r>
            <a:r>
              <a:rPr lang="en-US" dirty="0" smtClean="0"/>
              <a:t> </a:t>
            </a:r>
            <a:r>
              <a:rPr lang="en-US" dirty="0" err="1" smtClean="0"/>
              <a:t>vực</a:t>
            </a:r>
            <a:r>
              <a:rPr lang="en-US" dirty="0" smtClean="0"/>
              <a:t> </a:t>
            </a:r>
            <a:r>
              <a:rPr lang="en-US" dirty="0" err="1" smtClean="0"/>
              <a:t>chính</a:t>
            </a:r>
            <a:r>
              <a:rPr lang="en-US" dirty="0" smtClean="0"/>
              <a:t>: ML, DL, NLP, Computer Vision, Robotics</a:t>
            </a:r>
          </a:p>
          <a:p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AI</a:t>
            </a:r>
          </a:p>
        </p:txBody>
      </p:sp>
    </p:spTree>
    <p:extLst>
      <p:ext uri="{BB962C8B-B14F-4D97-AF65-F5344CB8AC3E}">
        <p14:creationId xmlns:p14="http://schemas.microsoft.com/office/powerpoint/2010/main" val="592073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178" y="365125"/>
            <a:ext cx="5408465" cy="5896731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741" y="1204711"/>
            <a:ext cx="4689071" cy="46890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37607" y="4779818"/>
            <a:ext cx="3830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Nền</a:t>
            </a:r>
            <a:r>
              <a:rPr lang="en-US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tảng</a:t>
            </a:r>
            <a:r>
              <a:rPr lang="en-US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trí</a:t>
            </a:r>
            <a:r>
              <a:rPr lang="en-US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tuệ</a:t>
            </a:r>
            <a:r>
              <a:rPr lang="en-US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nhân</a:t>
            </a:r>
            <a:r>
              <a:rPr lang="en-US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tạo</a:t>
            </a:r>
            <a:r>
              <a:rPr lang="en-US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IBM Watson</a:t>
            </a:r>
            <a:endParaRPr lang="en-US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10804" y="6338456"/>
            <a:ext cx="3021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Ứng</a:t>
            </a:r>
            <a:r>
              <a:rPr lang="en-US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dụng</a:t>
            </a:r>
            <a:r>
              <a:rPr lang="en-US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của</a:t>
            </a:r>
            <a:r>
              <a:rPr lang="en-US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AI </a:t>
            </a:r>
            <a:r>
              <a:rPr lang="en-US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trong</a:t>
            </a:r>
            <a:r>
              <a:rPr lang="en-US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thực</a:t>
            </a:r>
            <a:r>
              <a:rPr lang="en-US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tế</a:t>
            </a:r>
            <a:endParaRPr lang="en-US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565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6292" y="365125"/>
            <a:ext cx="6472843" cy="3640974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77" y="2466009"/>
            <a:ext cx="4167447" cy="27782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94275" y="5315991"/>
            <a:ext cx="1726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Xe</a:t>
            </a:r>
            <a:r>
              <a:rPr lang="en-US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tự</a:t>
            </a:r>
            <a:r>
              <a:rPr lang="en-US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lái</a:t>
            </a:r>
            <a:r>
              <a:rPr lang="en-US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Waymo</a:t>
            </a:r>
            <a:endParaRPr lang="en-US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77279" y="4135584"/>
            <a:ext cx="2930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Trợ</a:t>
            </a:r>
            <a:r>
              <a:rPr lang="en-US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lý</a:t>
            </a:r>
            <a:r>
              <a:rPr lang="en-US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trí</a:t>
            </a:r>
            <a:r>
              <a:rPr lang="en-US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tuệ</a:t>
            </a:r>
            <a:r>
              <a:rPr lang="en-US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nhân</a:t>
            </a:r>
            <a:r>
              <a:rPr lang="en-US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tạo</a:t>
            </a:r>
            <a:r>
              <a:rPr lang="en-US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Gemini</a:t>
            </a:r>
            <a:endParaRPr lang="en-US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329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</a:t>
            </a:r>
            <a:r>
              <a:rPr lang="en-US" b="1" dirty="0" err="1"/>
              <a:t>Giới</a:t>
            </a:r>
            <a:r>
              <a:rPr lang="en-US" b="1" dirty="0"/>
              <a:t> </a:t>
            </a:r>
            <a:r>
              <a:rPr lang="en-US" b="1" dirty="0" err="1"/>
              <a:t>thiệu</a:t>
            </a:r>
            <a:r>
              <a:rPr lang="en-US" b="1" dirty="0"/>
              <a:t> </a:t>
            </a:r>
            <a:r>
              <a:rPr lang="en-US" b="1" dirty="0" err="1"/>
              <a:t>về</a:t>
            </a:r>
            <a:r>
              <a:rPr lang="en-US" b="1" dirty="0"/>
              <a:t> AI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endParaRPr lang="en-US" dirty="0" smtClean="0"/>
          </a:p>
          <a:p>
            <a:r>
              <a:rPr lang="en-US" dirty="0" err="1" smtClean="0"/>
              <a:t>Lĩnh</a:t>
            </a:r>
            <a:r>
              <a:rPr lang="en-US" dirty="0" smtClean="0"/>
              <a:t> </a:t>
            </a:r>
            <a:r>
              <a:rPr lang="en-US" dirty="0" err="1" smtClean="0"/>
              <a:t>vực</a:t>
            </a:r>
            <a:r>
              <a:rPr lang="en-US" dirty="0" smtClean="0"/>
              <a:t> </a:t>
            </a:r>
            <a:r>
              <a:rPr lang="en-US" dirty="0" err="1" smtClean="0"/>
              <a:t>chính</a:t>
            </a:r>
            <a:r>
              <a:rPr lang="en-US" dirty="0" smtClean="0"/>
              <a:t>: ML, DL, NLP, Computer Vision, Robotics</a:t>
            </a:r>
          </a:p>
          <a:p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AI</a:t>
            </a:r>
            <a:endParaRPr lang="en-US" dirty="0"/>
          </a:p>
          <a:p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: </a:t>
            </a:r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Vai</a:t>
            </a:r>
            <a:r>
              <a:rPr lang="en-US" dirty="0" smtClean="0"/>
              <a:t> </a:t>
            </a:r>
            <a:r>
              <a:rPr lang="en-US" dirty="0" err="1" smtClean="0"/>
              <a:t>trò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480539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356" y="1072674"/>
            <a:ext cx="8403287" cy="4719031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469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179" y="695397"/>
            <a:ext cx="9527642" cy="5359299"/>
          </a:xfrm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207" y="695397"/>
            <a:ext cx="9433586" cy="5306392"/>
          </a:xfrm>
        </p:spPr>
      </p:pic>
    </p:spTree>
    <p:extLst>
      <p:ext uri="{BB962C8B-B14F-4D97-AF65-F5344CB8AC3E}">
        <p14:creationId xmlns:p14="http://schemas.microsoft.com/office/powerpoint/2010/main" val="2648176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</a:t>
            </a:r>
            <a:r>
              <a:rPr lang="en-US" b="1" dirty="0" err="1"/>
              <a:t>Giới</a:t>
            </a:r>
            <a:r>
              <a:rPr lang="en-US" b="1" dirty="0"/>
              <a:t> </a:t>
            </a:r>
            <a:r>
              <a:rPr lang="en-US" b="1" dirty="0" err="1"/>
              <a:t>thiệu</a:t>
            </a:r>
            <a:r>
              <a:rPr lang="en-US" b="1" dirty="0"/>
              <a:t> </a:t>
            </a:r>
            <a:r>
              <a:rPr lang="en-US" b="1" dirty="0" err="1"/>
              <a:t>về</a:t>
            </a:r>
            <a:r>
              <a:rPr lang="en-US" b="1" dirty="0"/>
              <a:t> AI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endParaRPr lang="en-US" dirty="0" smtClean="0"/>
          </a:p>
          <a:p>
            <a:r>
              <a:rPr lang="en-US" dirty="0" err="1" smtClean="0"/>
              <a:t>Lĩnh</a:t>
            </a:r>
            <a:r>
              <a:rPr lang="en-US" dirty="0" smtClean="0"/>
              <a:t> </a:t>
            </a:r>
            <a:r>
              <a:rPr lang="en-US" dirty="0" err="1" smtClean="0"/>
              <a:t>vực</a:t>
            </a:r>
            <a:r>
              <a:rPr lang="en-US" dirty="0" smtClean="0"/>
              <a:t> </a:t>
            </a:r>
            <a:r>
              <a:rPr lang="en-US" dirty="0" err="1" smtClean="0"/>
              <a:t>chính</a:t>
            </a:r>
            <a:r>
              <a:rPr lang="en-US" dirty="0" smtClean="0"/>
              <a:t>: ML, DL, NLP, Computer Vision, Robotics</a:t>
            </a:r>
          </a:p>
          <a:p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AI</a:t>
            </a:r>
            <a:endParaRPr lang="en-US" dirty="0"/>
          </a:p>
          <a:p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: </a:t>
            </a:r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Vai</a:t>
            </a:r>
            <a:r>
              <a:rPr lang="en-US" dirty="0" smtClean="0"/>
              <a:t> </a:t>
            </a:r>
            <a:r>
              <a:rPr lang="en-US" dirty="0" err="1" smtClean="0"/>
              <a:t>trò</a:t>
            </a:r>
            <a:endParaRPr lang="en-US" dirty="0" smtClean="0"/>
          </a:p>
          <a:p>
            <a:r>
              <a:rPr lang="en-US" dirty="0" smtClean="0"/>
              <a:t>Ba </a:t>
            </a:r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chính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ML</a:t>
            </a:r>
          </a:p>
        </p:txBody>
      </p:sp>
    </p:spTree>
    <p:extLst>
      <p:ext uri="{BB962C8B-B14F-4D97-AF65-F5344CB8AC3E}">
        <p14:creationId xmlns:p14="http://schemas.microsoft.com/office/powerpoint/2010/main" val="2901119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11" y="838647"/>
            <a:ext cx="10168577" cy="5412523"/>
          </a:xfrm>
        </p:spPr>
      </p:pic>
    </p:spTree>
    <p:extLst>
      <p:ext uri="{BB962C8B-B14F-4D97-AF65-F5344CB8AC3E}">
        <p14:creationId xmlns:p14="http://schemas.microsoft.com/office/powerpoint/2010/main" val="2274608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</a:t>
            </a:r>
            <a:r>
              <a:rPr lang="en-US" b="1" dirty="0" err="1"/>
              <a:t>Giới</a:t>
            </a:r>
            <a:r>
              <a:rPr lang="en-US" b="1" dirty="0"/>
              <a:t> </a:t>
            </a:r>
            <a:r>
              <a:rPr lang="en-US" b="1" dirty="0" err="1"/>
              <a:t>thiệu</a:t>
            </a:r>
            <a:r>
              <a:rPr lang="en-US" b="1" dirty="0"/>
              <a:t> </a:t>
            </a:r>
            <a:r>
              <a:rPr lang="en-US" b="1" dirty="0" err="1"/>
              <a:t>về</a:t>
            </a:r>
            <a:r>
              <a:rPr lang="en-US" b="1" dirty="0"/>
              <a:t> AI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endParaRPr lang="en-US" dirty="0" smtClean="0"/>
          </a:p>
          <a:p>
            <a:r>
              <a:rPr lang="en-US" dirty="0" err="1" smtClean="0"/>
              <a:t>Lĩnh</a:t>
            </a:r>
            <a:r>
              <a:rPr lang="en-US" dirty="0" smtClean="0"/>
              <a:t> </a:t>
            </a:r>
            <a:r>
              <a:rPr lang="en-US" dirty="0" err="1" smtClean="0"/>
              <a:t>vực</a:t>
            </a:r>
            <a:r>
              <a:rPr lang="en-US" dirty="0" smtClean="0"/>
              <a:t> </a:t>
            </a:r>
            <a:r>
              <a:rPr lang="en-US" dirty="0" err="1" smtClean="0"/>
              <a:t>chính</a:t>
            </a:r>
            <a:r>
              <a:rPr lang="en-US" dirty="0" smtClean="0"/>
              <a:t>: ML, DL, NLP, Computer Vision, Robotics</a:t>
            </a:r>
          </a:p>
          <a:p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AI</a:t>
            </a:r>
            <a:endParaRPr lang="en-US" dirty="0"/>
          </a:p>
          <a:p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: </a:t>
            </a:r>
            <a:r>
              <a:rPr lang="en-US" dirty="0" err="1" smtClean="0"/>
              <a:t>Khái</a:t>
            </a:r>
            <a:r>
              <a:rPr lang="en-US" dirty="0" smtClean="0"/>
              <a:t> </a:t>
            </a:r>
            <a:r>
              <a:rPr lang="en-US" dirty="0" err="1" smtClean="0"/>
              <a:t>niệm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Vai</a:t>
            </a:r>
            <a:r>
              <a:rPr lang="en-US" dirty="0" smtClean="0"/>
              <a:t> </a:t>
            </a:r>
            <a:r>
              <a:rPr lang="en-US" dirty="0" err="1" smtClean="0"/>
              <a:t>trò</a:t>
            </a:r>
            <a:endParaRPr lang="en-US" dirty="0" smtClean="0"/>
          </a:p>
          <a:p>
            <a:r>
              <a:rPr lang="en-US" dirty="0" smtClean="0"/>
              <a:t>Ba </a:t>
            </a:r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chính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ML</a:t>
            </a:r>
          </a:p>
          <a:p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ngữ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Ký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nổi</a:t>
            </a:r>
            <a:r>
              <a:rPr lang="en-US" dirty="0" smtClean="0"/>
              <a:t> </a:t>
            </a:r>
            <a:r>
              <a:rPr lang="en-US" dirty="0" err="1" smtClean="0"/>
              <a:t>bật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01124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38217" y="698269"/>
            <a:ext cx="5690459" cy="307570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87" y="698269"/>
            <a:ext cx="5410829" cy="60682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61062" y="347031"/>
            <a:ext cx="1633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Bảng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thuật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ngữ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99120" y="347031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Bảng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ký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hiệu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939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6782" y="2438328"/>
            <a:ext cx="7578436" cy="2327419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2. </a:t>
            </a:r>
            <a:r>
              <a:rPr lang="en-US" b="1" dirty="0" err="1" smtClean="0"/>
              <a:t>Một</a:t>
            </a:r>
            <a:r>
              <a:rPr lang="en-US" b="1" dirty="0" smtClean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thư</a:t>
            </a:r>
            <a:r>
              <a:rPr lang="en-US" b="1" dirty="0"/>
              <a:t> </a:t>
            </a:r>
            <a:r>
              <a:rPr lang="en-US" b="1" dirty="0" err="1"/>
              <a:t>viện</a:t>
            </a:r>
            <a:r>
              <a:rPr lang="en-US" b="1" dirty="0"/>
              <a:t> </a:t>
            </a:r>
            <a:r>
              <a:rPr lang="en-US" b="1" dirty="0" err="1"/>
              <a:t>phổ</a:t>
            </a:r>
            <a:r>
              <a:rPr lang="en-US" b="1" dirty="0"/>
              <a:t> </a:t>
            </a:r>
            <a:r>
              <a:rPr lang="en-US" b="1" dirty="0" err="1"/>
              <a:t>biến</a:t>
            </a:r>
            <a:r>
              <a:rPr lang="en-US" b="1" dirty="0"/>
              <a:t/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031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4968" y="441217"/>
            <a:ext cx="4462063" cy="5602742"/>
          </a:xfrm>
        </p:spPr>
      </p:pic>
      <p:sp>
        <p:nvSpPr>
          <p:cNvPr id="5" name="TextBox 4"/>
          <p:cNvSpPr txBox="1"/>
          <p:nvPr/>
        </p:nvSpPr>
        <p:spPr>
          <a:xfrm>
            <a:off x="4942951" y="6128970"/>
            <a:ext cx="2523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Một</a:t>
            </a: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số</a:t>
            </a:r>
            <a:r>
              <a:rPr lang="en-US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thư</a:t>
            </a:r>
            <a:r>
              <a:rPr lang="en-US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viện</a:t>
            </a:r>
            <a:r>
              <a:rPr lang="en-US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phổ</a:t>
            </a:r>
            <a:r>
              <a:rPr lang="en-US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biến</a:t>
            </a:r>
            <a:endParaRPr lang="en-US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9098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175" y="1925985"/>
            <a:ext cx="6343650" cy="28575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003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986" y="1238250"/>
            <a:ext cx="8856028" cy="4428014"/>
          </a:xfrm>
        </p:spPr>
      </p:pic>
    </p:spTree>
    <p:extLst>
      <p:ext uri="{BB962C8B-B14F-4D97-AF65-F5344CB8AC3E}">
        <p14:creationId xmlns:p14="http://schemas.microsoft.com/office/powerpoint/2010/main" val="2096351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991" y="1690688"/>
            <a:ext cx="10056018" cy="3352006"/>
          </a:xfrm>
        </p:spPr>
      </p:pic>
    </p:spTree>
    <p:extLst>
      <p:ext uri="{BB962C8B-B14F-4D97-AF65-F5344CB8AC3E}">
        <p14:creationId xmlns:p14="http://schemas.microsoft.com/office/powerpoint/2010/main" val="1427559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2944" y="1219994"/>
            <a:ext cx="8266112" cy="4133056"/>
          </a:xfrm>
        </p:spPr>
      </p:pic>
    </p:spTree>
    <p:extLst>
      <p:ext uri="{BB962C8B-B14F-4D97-AF65-F5344CB8AC3E}">
        <p14:creationId xmlns:p14="http://schemas.microsoft.com/office/powerpoint/2010/main" val="2210549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6782" y="2102500"/>
            <a:ext cx="7578436" cy="2327419"/>
          </a:xfrm>
        </p:spPr>
        <p:txBody>
          <a:bodyPr>
            <a:normAutofit/>
          </a:bodyPr>
          <a:lstStyle/>
          <a:p>
            <a:r>
              <a:rPr lang="en-US" b="1" dirty="0" smtClean="0"/>
              <a:t>3. </a:t>
            </a:r>
            <a:r>
              <a:rPr lang="en-US" b="1" dirty="0" err="1" smtClean="0"/>
              <a:t>Tìm</a:t>
            </a:r>
            <a:r>
              <a:rPr lang="en-US" b="1" dirty="0" smtClean="0"/>
              <a:t> </a:t>
            </a:r>
            <a:r>
              <a:rPr lang="en-US" b="1" dirty="0" err="1" smtClean="0"/>
              <a:t>hiểu</a:t>
            </a:r>
            <a:r>
              <a:rPr lang="en-US" b="1" dirty="0" smtClean="0"/>
              <a:t> </a:t>
            </a:r>
            <a:r>
              <a:rPr lang="en-US" b="1" dirty="0" err="1" smtClean="0"/>
              <a:t>về</a:t>
            </a:r>
            <a:r>
              <a:rPr lang="en-US" b="1" dirty="0" smtClean="0"/>
              <a:t> Notebook </a:t>
            </a:r>
            <a:r>
              <a:rPr lang="en-US" b="1" dirty="0" err="1" smtClean="0"/>
              <a:t>và</a:t>
            </a:r>
            <a:r>
              <a:rPr lang="en-US" b="1" dirty="0" smtClean="0"/>
              <a:t> </a:t>
            </a:r>
            <a:r>
              <a:rPr lang="en-US" b="1" dirty="0" err="1" smtClean="0"/>
              <a:t>nguồn</a:t>
            </a:r>
            <a:r>
              <a:rPr lang="en-US" b="1" dirty="0" smtClean="0"/>
              <a:t> </a:t>
            </a:r>
            <a:r>
              <a:rPr lang="en-US" b="1" dirty="0" err="1" smtClean="0"/>
              <a:t>dữ</a:t>
            </a:r>
            <a:r>
              <a:rPr lang="en-US" b="1" dirty="0" smtClean="0"/>
              <a:t> </a:t>
            </a:r>
            <a:r>
              <a:rPr lang="en-US" b="1" dirty="0" err="1" smtClean="0"/>
              <a:t>liệu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449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675" y="401637"/>
            <a:ext cx="10515600" cy="1325563"/>
          </a:xfrm>
        </p:spPr>
        <p:txBody>
          <a:bodyPr/>
          <a:lstStyle/>
          <a:p>
            <a:r>
              <a:rPr lang="en-US" b="1" dirty="0"/>
              <a:t>3. </a:t>
            </a:r>
            <a:r>
              <a:rPr lang="en-US" b="1" dirty="0" err="1"/>
              <a:t>Tìm</a:t>
            </a:r>
            <a:r>
              <a:rPr lang="en-US" b="1" dirty="0"/>
              <a:t> </a:t>
            </a:r>
            <a:r>
              <a:rPr lang="en-US" b="1" dirty="0" err="1"/>
              <a:t>hiểu</a:t>
            </a:r>
            <a:r>
              <a:rPr lang="en-US" b="1" dirty="0"/>
              <a:t> </a:t>
            </a:r>
            <a:r>
              <a:rPr lang="en-US" b="1" dirty="0" err="1"/>
              <a:t>về</a:t>
            </a:r>
            <a:r>
              <a:rPr lang="en-US" b="1" dirty="0"/>
              <a:t> Notebook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nguồn</a:t>
            </a:r>
            <a:r>
              <a:rPr lang="en-US" b="1" dirty="0"/>
              <a:t> </a:t>
            </a:r>
            <a:r>
              <a:rPr lang="en-US" b="1" dirty="0" err="1"/>
              <a:t>dữ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2725"/>
            <a:ext cx="10515600" cy="4351338"/>
          </a:xfrm>
        </p:spPr>
        <p:txBody>
          <a:bodyPr>
            <a:normAutofit/>
          </a:bodyPr>
          <a:lstStyle/>
          <a:p>
            <a:r>
              <a:rPr lang="vi-VN" sz="2000" b="1" dirty="0"/>
              <a:t>a) Làm quen với </a:t>
            </a:r>
            <a:r>
              <a:rPr lang="en-US" sz="2000" b="1" dirty="0" err="1"/>
              <a:t>Jupyter</a:t>
            </a:r>
            <a:r>
              <a:rPr lang="en-US" sz="2000" b="1" dirty="0"/>
              <a:t> Notebooks, Google </a:t>
            </a:r>
            <a:r>
              <a:rPr lang="en-US" sz="2000" b="1" dirty="0" err="1"/>
              <a:t>Colab</a:t>
            </a:r>
            <a:r>
              <a:rPr lang="en-US" sz="2000" b="1" dirty="0"/>
              <a:t>, </a:t>
            </a:r>
            <a:r>
              <a:rPr lang="en-US" sz="2000" b="1" dirty="0" err="1" smtClean="0"/>
              <a:t>Kaggle</a:t>
            </a:r>
            <a:r>
              <a:rPr lang="en-US" sz="2000" b="1" dirty="0" smtClean="0"/>
              <a:t> </a:t>
            </a:r>
            <a:endParaRPr lang="en-US" sz="2000" b="1" dirty="0"/>
          </a:p>
          <a:p>
            <a:endParaRPr lang="en-US" sz="2000" b="1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00" y="2019300"/>
            <a:ext cx="6610349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322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675" y="401637"/>
            <a:ext cx="10515600" cy="1325563"/>
          </a:xfrm>
        </p:spPr>
        <p:txBody>
          <a:bodyPr/>
          <a:lstStyle/>
          <a:p>
            <a:r>
              <a:rPr lang="en-US" b="1" dirty="0"/>
              <a:t>3. </a:t>
            </a:r>
            <a:r>
              <a:rPr lang="en-US" b="1" dirty="0" err="1"/>
              <a:t>Tìm</a:t>
            </a:r>
            <a:r>
              <a:rPr lang="en-US" b="1" dirty="0"/>
              <a:t> </a:t>
            </a:r>
            <a:r>
              <a:rPr lang="en-US" b="1" dirty="0" err="1"/>
              <a:t>hiểu</a:t>
            </a:r>
            <a:r>
              <a:rPr lang="en-US" b="1" dirty="0"/>
              <a:t> </a:t>
            </a:r>
            <a:r>
              <a:rPr lang="en-US" b="1" dirty="0" err="1"/>
              <a:t>về</a:t>
            </a:r>
            <a:r>
              <a:rPr lang="en-US" b="1" dirty="0"/>
              <a:t> Notebook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nguồn</a:t>
            </a:r>
            <a:r>
              <a:rPr lang="en-US" b="1" dirty="0"/>
              <a:t> </a:t>
            </a:r>
            <a:r>
              <a:rPr lang="en-US" b="1" dirty="0" err="1"/>
              <a:t>dữ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27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b="1" dirty="0"/>
              <a:t>b</a:t>
            </a:r>
            <a:r>
              <a:rPr lang="en-US" sz="2000" b="1" dirty="0" smtClean="0"/>
              <a:t>) </a:t>
            </a:r>
            <a:r>
              <a:rPr lang="en-US" sz="2000" b="1" dirty="0" err="1" smtClean="0"/>
              <a:t>Tìm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hiểu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về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nguồn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dữ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liệu</a:t>
            </a:r>
            <a:endParaRPr lang="en-US" sz="20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7550" y="2057198"/>
            <a:ext cx="5810250" cy="412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976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4776" y="1254125"/>
            <a:ext cx="1050379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49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787" y="1027906"/>
            <a:ext cx="8702676" cy="4351338"/>
          </a:xfrm>
        </p:spPr>
      </p:pic>
    </p:spTree>
    <p:extLst>
      <p:ext uri="{BB962C8B-B14F-4D97-AF65-F5344CB8AC3E}">
        <p14:creationId xmlns:p14="http://schemas.microsoft.com/office/powerpoint/2010/main" val="3450206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9956" y="1550050"/>
            <a:ext cx="9970944" cy="2327419"/>
          </a:xfrm>
        </p:spPr>
        <p:txBody>
          <a:bodyPr>
            <a:normAutofit/>
          </a:bodyPr>
          <a:lstStyle/>
          <a:p>
            <a:r>
              <a:rPr lang="en-US" b="1" dirty="0" smtClean="0"/>
              <a:t>4. </a:t>
            </a:r>
            <a:r>
              <a:rPr lang="en-US" b="1" dirty="0" err="1" smtClean="0"/>
              <a:t>Phân</a:t>
            </a:r>
            <a:r>
              <a:rPr lang="en-US" b="1" dirty="0" smtClean="0"/>
              <a:t> </a:t>
            </a:r>
            <a:r>
              <a:rPr lang="en-US" b="1" dirty="0" err="1" smtClean="0"/>
              <a:t>tích</a:t>
            </a:r>
            <a:r>
              <a:rPr lang="en-US" b="1" dirty="0" smtClean="0"/>
              <a:t> </a:t>
            </a:r>
            <a:r>
              <a:rPr lang="en-US" b="1" dirty="0" err="1" smtClean="0"/>
              <a:t>dữ</a:t>
            </a:r>
            <a:r>
              <a:rPr lang="en-US" b="1" dirty="0" smtClean="0"/>
              <a:t> </a:t>
            </a:r>
            <a:r>
              <a:rPr lang="en-US" b="1" dirty="0" err="1" smtClean="0"/>
              <a:t>liệu</a:t>
            </a:r>
            <a:r>
              <a:rPr lang="en-US" b="1" dirty="0" smtClean="0"/>
              <a:t> </a:t>
            </a:r>
            <a:r>
              <a:rPr lang="en-US" b="1" dirty="0" err="1" smtClean="0"/>
              <a:t>sơ</a:t>
            </a:r>
            <a:r>
              <a:rPr lang="en-US" b="1" dirty="0" smtClean="0"/>
              <a:t> </a:t>
            </a:r>
            <a:r>
              <a:rPr lang="en-US" b="1" dirty="0" err="1" smtClean="0"/>
              <a:t>bộ</a:t>
            </a:r>
            <a:r>
              <a:rPr lang="en-US" b="1" dirty="0" smtClean="0"/>
              <a:t> - EDA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65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475" y="786606"/>
            <a:ext cx="8597886" cy="5204619"/>
          </a:xfrm>
        </p:spPr>
      </p:pic>
    </p:spTree>
    <p:extLst>
      <p:ext uri="{BB962C8B-B14F-4D97-AF65-F5344CB8AC3E}">
        <p14:creationId xmlns:p14="http://schemas.microsoft.com/office/powerpoint/2010/main" val="1961036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336</Words>
  <Application>Microsoft Office PowerPoint</Application>
  <PresentationFormat>Widescreen</PresentationFormat>
  <Paragraphs>48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BÁO CÁO TUẦN 1</vt:lpstr>
      <vt:lpstr>Tổng quan nội dung</vt:lpstr>
      <vt:lpstr>1. Giới thiệu về AI</vt:lpstr>
      <vt:lpstr>1. Giới thiệu về AI</vt:lpstr>
      <vt:lpstr>PowerPoint Presentation</vt:lpstr>
      <vt:lpstr>1. Giới thiệu về AI</vt:lpstr>
      <vt:lpstr>PowerPoint Presentation</vt:lpstr>
      <vt:lpstr>1. Giới thiệu về AI</vt:lpstr>
      <vt:lpstr>PowerPoint Presentation</vt:lpstr>
      <vt:lpstr>PowerPoint Presentation</vt:lpstr>
      <vt:lpstr>1. Giới thiệu về AI</vt:lpstr>
      <vt:lpstr>PowerPoint Presentation</vt:lpstr>
      <vt:lpstr>PowerPoint Presentation</vt:lpstr>
      <vt:lpstr>1. Giới thiệu về AI</vt:lpstr>
      <vt:lpstr>PowerPoint Presentation</vt:lpstr>
      <vt:lpstr>1. Giới thiệu về AI</vt:lpstr>
      <vt:lpstr>PowerPoint Presentation</vt:lpstr>
      <vt:lpstr>2. Một số thư viện phổ biến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 Tìm hiểu về Notebook và nguồn dữ liệu</vt:lpstr>
      <vt:lpstr>3. Tìm hiểu về Notebook và nguồn dữ liệu</vt:lpstr>
      <vt:lpstr>3. Tìm hiểu về Notebook và nguồn dữ liệu</vt:lpstr>
      <vt:lpstr>PowerPoint Presentation</vt:lpstr>
      <vt:lpstr>PowerPoint Presentation</vt:lpstr>
      <vt:lpstr>4. Phân tích dữ liệu sơ bộ - EDA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TUẦN 1</dc:title>
  <dc:creator>Doan Tien Dung 202516747</dc:creator>
  <cp:lastModifiedBy>Doan Tien Dung 202516747</cp:lastModifiedBy>
  <cp:revision>9</cp:revision>
  <dcterms:created xsi:type="dcterms:W3CDTF">2026-10-08T16:04:29Z</dcterms:created>
  <dcterms:modified xsi:type="dcterms:W3CDTF">2026-10-08T17:24:26Z</dcterms:modified>
</cp:coreProperties>
</file>