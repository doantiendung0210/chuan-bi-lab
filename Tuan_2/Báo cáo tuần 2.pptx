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4" r:id="rId7"/>
    <p:sldId id="265" r:id="rId8"/>
    <p:sldId id="266" r:id="rId9"/>
    <p:sldId id="263" r:id="rId10"/>
    <p:sldId id="269" r:id="rId11"/>
    <p:sldId id="270" r:id="rId12"/>
    <p:sldId id="271" r:id="rId13"/>
    <p:sldId id="272" r:id="rId14"/>
    <p:sldId id="268" r:id="rId15"/>
    <p:sldId id="274" r:id="rId16"/>
    <p:sldId id="275" r:id="rId17"/>
    <p:sldId id="273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E699-320A-432E-811C-2953BB9040B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2E9A-0EE2-48DA-95C2-F39E659B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68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E699-320A-432E-811C-2953BB9040B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2E9A-0EE2-48DA-95C2-F39E659B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79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E699-320A-432E-811C-2953BB9040B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2E9A-0EE2-48DA-95C2-F39E659B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61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E699-320A-432E-811C-2953BB9040B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2E9A-0EE2-48DA-95C2-F39E659B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23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E699-320A-432E-811C-2953BB9040B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2E9A-0EE2-48DA-95C2-F39E659B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005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E699-320A-432E-811C-2953BB9040B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2E9A-0EE2-48DA-95C2-F39E659B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8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E699-320A-432E-811C-2953BB9040B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2E9A-0EE2-48DA-95C2-F39E659B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91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E699-320A-432E-811C-2953BB9040B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2E9A-0EE2-48DA-95C2-F39E659B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19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E699-320A-432E-811C-2953BB9040B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2E9A-0EE2-48DA-95C2-F39E659B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6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E699-320A-432E-811C-2953BB9040B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2E9A-0EE2-48DA-95C2-F39E659B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32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E699-320A-432E-811C-2953BB9040B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2E9A-0EE2-48DA-95C2-F39E659B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44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1E699-320A-432E-811C-2953BB9040B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72E9A-0EE2-48DA-95C2-F39E659B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32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BÁO CÁO TUẦN 2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64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Tổng</a:t>
            </a:r>
            <a:r>
              <a:rPr lang="en-US" b="1" dirty="0" smtClean="0"/>
              <a:t> </a:t>
            </a:r>
            <a:r>
              <a:rPr lang="en-US" b="1" dirty="0" err="1" smtClean="0"/>
              <a:t>quan</a:t>
            </a:r>
            <a:r>
              <a:rPr lang="en-US" b="1" dirty="0" smtClean="0"/>
              <a:t> </a:t>
            </a:r>
            <a:r>
              <a:rPr lang="en-US" b="1" dirty="0" err="1" smtClean="0"/>
              <a:t>nội</a:t>
            </a:r>
            <a:r>
              <a:rPr lang="en-US" b="1" dirty="0" smtClean="0"/>
              <a:t> dung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err="1" smtClean="0"/>
              <a:t>Học</a:t>
            </a:r>
            <a:r>
              <a:rPr lang="en-US" b="1" dirty="0" smtClean="0"/>
              <a:t> </a:t>
            </a:r>
            <a:r>
              <a:rPr lang="en-US" b="1" dirty="0" err="1" smtClean="0"/>
              <a:t>có</a:t>
            </a:r>
            <a:r>
              <a:rPr lang="en-US" b="1" dirty="0" smtClean="0"/>
              <a:t> </a:t>
            </a:r>
            <a:r>
              <a:rPr lang="en-US" b="1" dirty="0" err="1" smtClean="0"/>
              <a:t>giám</a:t>
            </a:r>
            <a:r>
              <a:rPr lang="en-US" b="1" dirty="0" smtClean="0"/>
              <a:t> </a:t>
            </a:r>
            <a:r>
              <a:rPr lang="en-US" b="1" dirty="0" err="1" smtClean="0"/>
              <a:t>sát</a:t>
            </a:r>
            <a:endParaRPr lang="en-US" b="1" dirty="0" smtClean="0"/>
          </a:p>
          <a:p>
            <a:pPr lvl="1"/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 smtClean="0"/>
          </a:p>
          <a:p>
            <a:pPr lvl="1"/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quát</a:t>
            </a:r>
            <a:endParaRPr lang="en-US" dirty="0" smtClean="0"/>
          </a:p>
          <a:p>
            <a:pPr lvl="1"/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biệt</a:t>
            </a:r>
            <a:r>
              <a:rPr lang="en-US" dirty="0" smtClean="0"/>
              <a:t> Classification </a:t>
            </a:r>
            <a:r>
              <a:rPr lang="en-US" dirty="0" err="1" smtClean="0"/>
              <a:t>và</a:t>
            </a:r>
            <a:r>
              <a:rPr lang="en-US" dirty="0" smtClean="0"/>
              <a:t> Regression</a:t>
            </a:r>
          </a:p>
          <a:p>
            <a:r>
              <a:rPr lang="en-US" b="1" dirty="0" err="1" smtClean="0"/>
              <a:t>Học</a:t>
            </a:r>
            <a:r>
              <a:rPr lang="en-US" b="1" dirty="0" smtClean="0"/>
              <a:t> </a:t>
            </a:r>
            <a:r>
              <a:rPr lang="en-US" b="1" dirty="0" err="1" smtClean="0"/>
              <a:t>không</a:t>
            </a:r>
            <a:r>
              <a:rPr lang="en-US" b="1" dirty="0" smtClean="0"/>
              <a:t> </a:t>
            </a:r>
            <a:r>
              <a:rPr lang="en-US" b="1" dirty="0" err="1" smtClean="0"/>
              <a:t>giám</a:t>
            </a:r>
            <a:r>
              <a:rPr lang="en-US" b="1" dirty="0" smtClean="0"/>
              <a:t> </a:t>
            </a:r>
            <a:r>
              <a:rPr lang="en-US" b="1" dirty="0" err="1" smtClean="0"/>
              <a:t>sát</a:t>
            </a:r>
            <a:endParaRPr lang="en-US" b="1" dirty="0" smtClean="0"/>
          </a:p>
          <a:p>
            <a:pPr lvl="1"/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 smtClean="0"/>
          </a:p>
          <a:p>
            <a:pPr lvl="1"/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endParaRPr lang="en-US" dirty="0" smtClean="0"/>
          </a:p>
          <a:p>
            <a:pPr lvl="1"/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biệt</a:t>
            </a:r>
            <a:r>
              <a:rPr lang="en-US" dirty="0" smtClean="0"/>
              <a:t> Clustering </a:t>
            </a:r>
            <a:r>
              <a:rPr lang="en-US" dirty="0" err="1" smtClean="0"/>
              <a:t>và</a:t>
            </a:r>
            <a:r>
              <a:rPr lang="en-US" dirty="0" smtClean="0"/>
              <a:t> Dimensionality Reduction	</a:t>
            </a:r>
          </a:p>
          <a:p>
            <a:r>
              <a:rPr lang="en-US" b="1" dirty="0" smtClean="0"/>
              <a:t>So </a:t>
            </a:r>
            <a:r>
              <a:rPr lang="en-US" b="1" dirty="0" err="1" smtClean="0"/>
              <a:t>sánh</a:t>
            </a:r>
            <a:r>
              <a:rPr lang="en-US" b="1" dirty="0" smtClean="0"/>
              <a:t> </a:t>
            </a:r>
            <a:r>
              <a:rPr lang="en-US" b="1" dirty="0" err="1" smtClean="0"/>
              <a:t>giữa</a:t>
            </a:r>
            <a:r>
              <a:rPr lang="en-US" b="1" dirty="0" smtClean="0"/>
              <a:t> </a:t>
            </a:r>
            <a:r>
              <a:rPr lang="en-US" b="1" dirty="0" err="1" smtClean="0"/>
              <a:t>Học</a:t>
            </a:r>
            <a:r>
              <a:rPr lang="en-US" b="1" dirty="0" smtClean="0"/>
              <a:t> </a:t>
            </a:r>
            <a:r>
              <a:rPr lang="en-US" b="1" dirty="0" err="1" smtClean="0"/>
              <a:t>có</a:t>
            </a:r>
            <a:r>
              <a:rPr lang="en-US" b="1" dirty="0" smtClean="0"/>
              <a:t> </a:t>
            </a:r>
            <a:r>
              <a:rPr lang="en-US" b="1" dirty="0" err="1" smtClean="0"/>
              <a:t>giám</a:t>
            </a:r>
            <a:r>
              <a:rPr lang="en-US" b="1" dirty="0" smtClean="0"/>
              <a:t> </a:t>
            </a:r>
            <a:r>
              <a:rPr lang="en-US" b="1" dirty="0" err="1" smtClean="0"/>
              <a:t>sát</a:t>
            </a:r>
            <a:r>
              <a:rPr lang="en-US" b="1" dirty="0" smtClean="0"/>
              <a:t> </a:t>
            </a:r>
            <a:r>
              <a:rPr lang="en-US" b="1" dirty="0" err="1" smtClean="0"/>
              <a:t>và</a:t>
            </a:r>
            <a:r>
              <a:rPr lang="en-US" b="1" dirty="0" smtClean="0"/>
              <a:t> </a:t>
            </a:r>
            <a:r>
              <a:rPr lang="en-US" b="1" dirty="0" err="1" smtClean="0"/>
              <a:t>Học</a:t>
            </a:r>
            <a:r>
              <a:rPr lang="en-US" b="1" dirty="0" smtClean="0"/>
              <a:t> </a:t>
            </a:r>
            <a:r>
              <a:rPr lang="en-US" b="1" dirty="0" err="1" smtClean="0"/>
              <a:t>không</a:t>
            </a:r>
            <a:r>
              <a:rPr lang="en-US" b="1" dirty="0" smtClean="0"/>
              <a:t> </a:t>
            </a:r>
            <a:r>
              <a:rPr lang="en-US" b="1" dirty="0" err="1" smtClean="0"/>
              <a:t>giám</a:t>
            </a:r>
            <a:r>
              <a:rPr lang="en-US" b="1" dirty="0" smtClean="0"/>
              <a:t> </a:t>
            </a:r>
            <a:r>
              <a:rPr lang="en-US" b="1" dirty="0" err="1" smtClean="0"/>
              <a:t>sát</a:t>
            </a:r>
            <a:endParaRPr lang="en-US" b="1" dirty="0" smtClean="0"/>
          </a:p>
          <a:p>
            <a:r>
              <a:rPr lang="en-US" b="1" dirty="0" err="1" smtClean="0"/>
              <a:t>Giới</a:t>
            </a:r>
            <a:r>
              <a:rPr lang="en-US" b="1" dirty="0" smtClean="0"/>
              <a:t> </a:t>
            </a:r>
            <a:r>
              <a:rPr lang="en-US" b="1" dirty="0" err="1" smtClean="0"/>
              <a:t>thiệu</a:t>
            </a:r>
            <a:r>
              <a:rPr lang="en-US" b="1" dirty="0" smtClean="0"/>
              <a:t> </a:t>
            </a:r>
            <a:r>
              <a:rPr lang="en-US" b="1" dirty="0" err="1" smtClean="0"/>
              <a:t>các</a:t>
            </a:r>
            <a:r>
              <a:rPr lang="en-US" b="1" dirty="0" smtClean="0"/>
              <a:t> </a:t>
            </a:r>
            <a:r>
              <a:rPr lang="en-US" b="1" dirty="0" err="1" smtClean="0"/>
              <a:t>thuật</a:t>
            </a:r>
            <a:r>
              <a:rPr lang="en-US" b="1" dirty="0" smtClean="0"/>
              <a:t> </a:t>
            </a:r>
            <a:r>
              <a:rPr lang="en-US" b="1" dirty="0" err="1" smtClean="0"/>
              <a:t>toán</a:t>
            </a:r>
            <a:r>
              <a:rPr lang="en-US" b="1" dirty="0" smtClean="0"/>
              <a:t> </a:t>
            </a:r>
            <a:r>
              <a:rPr lang="en-US" b="1" dirty="0" err="1" smtClean="0"/>
              <a:t>tiêu</a:t>
            </a:r>
            <a:r>
              <a:rPr lang="en-US" b="1" dirty="0" smtClean="0"/>
              <a:t> </a:t>
            </a:r>
            <a:r>
              <a:rPr lang="en-US" b="1" dirty="0" err="1" smtClean="0"/>
              <a:t>biểu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89330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1. </a:t>
            </a:r>
            <a:r>
              <a:rPr lang="en-US" b="1" dirty="0" err="1" smtClean="0"/>
              <a:t>Học</a:t>
            </a:r>
            <a:r>
              <a:rPr lang="en-US" b="1" dirty="0" smtClean="0"/>
              <a:t> </a:t>
            </a:r>
            <a:r>
              <a:rPr lang="en-US" b="1" dirty="0" err="1" smtClean="0"/>
              <a:t>có</a:t>
            </a:r>
            <a:r>
              <a:rPr lang="en-US" b="1" dirty="0" smtClean="0"/>
              <a:t> </a:t>
            </a:r>
            <a:r>
              <a:rPr lang="en-US" b="1" dirty="0" err="1" smtClean="0"/>
              <a:t>giám</a:t>
            </a:r>
            <a:r>
              <a:rPr lang="en-US" b="1" dirty="0" smtClean="0"/>
              <a:t> </a:t>
            </a:r>
            <a:r>
              <a:rPr lang="en-US" b="1" dirty="0" err="1" smtClean="0"/>
              <a:t>sát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247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1. </a:t>
            </a:r>
            <a:r>
              <a:rPr lang="en-US" b="1" dirty="0" err="1" smtClean="0"/>
              <a:t>Học</a:t>
            </a:r>
            <a:r>
              <a:rPr lang="en-US" b="1" dirty="0" smtClean="0"/>
              <a:t> </a:t>
            </a:r>
            <a:r>
              <a:rPr lang="en-US" b="1" dirty="0" err="1" smtClean="0"/>
              <a:t>có</a:t>
            </a:r>
            <a:r>
              <a:rPr lang="en-US" b="1" dirty="0" smtClean="0"/>
              <a:t> </a:t>
            </a:r>
            <a:r>
              <a:rPr lang="en-US" b="1" dirty="0" err="1" smtClean="0"/>
              <a:t>giám</a:t>
            </a:r>
            <a:r>
              <a:rPr lang="en-US" b="1" dirty="0" smtClean="0"/>
              <a:t> </a:t>
            </a:r>
            <a:r>
              <a:rPr lang="en-US" b="1" dirty="0" err="1" smtClean="0"/>
              <a:t>sát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889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03" y="796925"/>
            <a:ext cx="9418194" cy="5384068"/>
          </a:xfrm>
        </p:spPr>
      </p:pic>
    </p:spTree>
    <p:extLst>
      <p:ext uri="{BB962C8B-B14F-4D97-AF65-F5344CB8AC3E}">
        <p14:creationId xmlns:p14="http://schemas.microsoft.com/office/powerpoint/2010/main" val="295167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1. </a:t>
            </a:r>
            <a:r>
              <a:rPr lang="en-US" b="1" dirty="0" err="1" smtClean="0"/>
              <a:t>Học</a:t>
            </a:r>
            <a:r>
              <a:rPr lang="en-US" b="1" dirty="0" smtClean="0"/>
              <a:t> </a:t>
            </a:r>
            <a:r>
              <a:rPr lang="en-US" b="1" dirty="0" err="1" smtClean="0"/>
              <a:t>có</a:t>
            </a:r>
            <a:r>
              <a:rPr lang="en-US" b="1" dirty="0" smtClean="0"/>
              <a:t> </a:t>
            </a:r>
            <a:r>
              <a:rPr lang="en-US" b="1" dirty="0" err="1" smtClean="0"/>
              <a:t>giám</a:t>
            </a:r>
            <a:r>
              <a:rPr lang="en-US" b="1" dirty="0" smtClean="0"/>
              <a:t> </a:t>
            </a:r>
            <a:r>
              <a:rPr lang="en-US" b="1" dirty="0" err="1" smtClean="0"/>
              <a:t>sát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 smtClean="0"/>
          </a:p>
          <a:p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quát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33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3186" y="1362808"/>
            <a:ext cx="8385628" cy="404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110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1. </a:t>
            </a:r>
            <a:r>
              <a:rPr lang="en-US" b="1" dirty="0" err="1" smtClean="0"/>
              <a:t>Học</a:t>
            </a:r>
            <a:r>
              <a:rPr lang="en-US" b="1" dirty="0" smtClean="0"/>
              <a:t> </a:t>
            </a:r>
            <a:r>
              <a:rPr lang="en-US" b="1" dirty="0" err="1" smtClean="0"/>
              <a:t>có</a:t>
            </a:r>
            <a:r>
              <a:rPr lang="en-US" b="1" dirty="0" smtClean="0"/>
              <a:t> </a:t>
            </a:r>
            <a:r>
              <a:rPr lang="en-US" b="1" dirty="0" err="1" smtClean="0"/>
              <a:t>giám</a:t>
            </a:r>
            <a:r>
              <a:rPr lang="en-US" b="1" dirty="0" smtClean="0"/>
              <a:t> </a:t>
            </a:r>
            <a:r>
              <a:rPr lang="en-US" b="1" dirty="0" err="1" smtClean="0"/>
              <a:t>sát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 smtClean="0"/>
          </a:p>
          <a:p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quát</a:t>
            </a:r>
            <a:endParaRPr lang="en-US" dirty="0" smtClean="0"/>
          </a:p>
          <a:p>
            <a:pPr marL="228600" lvl="1">
              <a:spcBef>
                <a:spcPts val="1000"/>
              </a:spcBef>
            </a:pPr>
            <a:r>
              <a:rPr lang="en-US" sz="2800" dirty="0" err="1" smtClean="0"/>
              <a:t>Phân</a:t>
            </a:r>
            <a:r>
              <a:rPr lang="en-US" sz="2800" dirty="0" smtClean="0"/>
              <a:t> </a:t>
            </a:r>
            <a:r>
              <a:rPr lang="en-US" sz="2800" dirty="0" err="1" smtClean="0"/>
              <a:t>biệt</a:t>
            </a:r>
            <a:r>
              <a:rPr lang="en-US" sz="2800" dirty="0" smtClean="0"/>
              <a:t> Classification </a:t>
            </a:r>
            <a:r>
              <a:rPr lang="en-US" sz="2800" dirty="0" err="1" smtClean="0"/>
              <a:t>và</a:t>
            </a:r>
            <a:r>
              <a:rPr lang="en-US" sz="2800" dirty="0" smtClean="0"/>
              <a:t> Regression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69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3282" y="1236540"/>
            <a:ext cx="78254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6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2. </a:t>
            </a:r>
            <a:r>
              <a:rPr lang="en-US" b="1" dirty="0" err="1" smtClean="0"/>
              <a:t>Học</a:t>
            </a:r>
            <a:r>
              <a:rPr lang="en-US" b="1" dirty="0" smtClean="0"/>
              <a:t> </a:t>
            </a:r>
            <a:r>
              <a:rPr lang="en-US" b="1" dirty="0" err="1" smtClean="0"/>
              <a:t>không</a:t>
            </a:r>
            <a:r>
              <a:rPr lang="en-US" b="1" dirty="0" smtClean="0"/>
              <a:t> </a:t>
            </a:r>
            <a:r>
              <a:rPr lang="en-US" b="1" dirty="0" err="1" smtClean="0"/>
              <a:t>giám</a:t>
            </a:r>
            <a:r>
              <a:rPr lang="en-US" b="1" dirty="0" smtClean="0"/>
              <a:t> </a:t>
            </a:r>
            <a:r>
              <a:rPr lang="en-US" b="1" dirty="0" err="1" smtClean="0"/>
              <a:t>sát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11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 </a:t>
            </a:r>
            <a:r>
              <a:rPr lang="en-US" b="1" dirty="0" err="1" smtClean="0"/>
              <a:t>Học</a:t>
            </a:r>
            <a:r>
              <a:rPr lang="en-US" b="1" dirty="0" smtClean="0"/>
              <a:t> </a:t>
            </a:r>
            <a:r>
              <a:rPr lang="en-US" b="1" dirty="0" err="1" smtClean="0"/>
              <a:t>không</a:t>
            </a:r>
            <a:r>
              <a:rPr lang="en-US" b="1" dirty="0" smtClean="0"/>
              <a:t> </a:t>
            </a:r>
            <a:r>
              <a:rPr lang="en-US" b="1" dirty="0" err="1" smtClean="0"/>
              <a:t>giám</a:t>
            </a:r>
            <a:r>
              <a:rPr lang="en-US" b="1" dirty="0" smtClean="0"/>
              <a:t> </a:t>
            </a:r>
            <a:r>
              <a:rPr lang="en-US" b="1" dirty="0" err="1" smtClean="0"/>
              <a:t>sát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724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0801" y="1027906"/>
            <a:ext cx="8750398" cy="493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 </a:t>
            </a:r>
            <a:r>
              <a:rPr lang="en-US" b="1" dirty="0" err="1" smtClean="0"/>
              <a:t>Học</a:t>
            </a:r>
            <a:r>
              <a:rPr lang="en-US" b="1" dirty="0" smtClean="0"/>
              <a:t> </a:t>
            </a:r>
            <a:r>
              <a:rPr lang="en-US" b="1" dirty="0" err="1" smtClean="0"/>
              <a:t>không</a:t>
            </a:r>
            <a:r>
              <a:rPr lang="en-US" b="1" dirty="0" smtClean="0"/>
              <a:t> </a:t>
            </a:r>
            <a:r>
              <a:rPr lang="en-US" b="1" dirty="0" err="1" smtClean="0"/>
              <a:t>giám</a:t>
            </a:r>
            <a:r>
              <a:rPr lang="en-US" b="1" dirty="0" smtClean="0"/>
              <a:t> </a:t>
            </a:r>
            <a:r>
              <a:rPr lang="en-US" b="1" dirty="0" err="1" smtClean="0"/>
              <a:t>sát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 smtClean="0"/>
          </a:p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969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Mục</a:t>
            </a:r>
            <a:r>
              <a:rPr lang="en-US" b="1" dirty="0" smtClean="0"/>
              <a:t> </a:t>
            </a:r>
            <a:r>
              <a:rPr lang="en-US" b="1" dirty="0" err="1" smtClean="0"/>
              <a:t>tiêu</a:t>
            </a:r>
            <a:r>
              <a:rPr lang="en-US" b="1" dirty="0" smtClean="0"/>
              <a:t> </a:t>
            </a:r>
            <a:r>
              <a:rPr lang="en-US" b="1" dirty="0" err="1" smtClean="0"/>
              <a:t>và</a:t>
            </a:r>
            <a:r>
              <a:rPr lang="en-US" b="1" dirty="0" smtClean="0"/>
              <a:t> </a:t>
            </a:r>
            <a:r>
              <a:rPr lang="en-US" b="1" dirty="0" err="1" smtClean="0"/>
              <a:t>ứng</a:t>
            </a:r>
            <a:r>
              <a:rPr lang="en-US" b="1" dirty="0" smtClean="0"/>
              <a:t> </a:t>
            </a:r>
            <a:r>
              <a:rPr lang="en-US" b="1" dirty="0" err="1" smtClean="0"/>
              <a:t>dụng</a:t>
            </a:r>
            <a:r>
              <a:rPr lang="en-US" b="1" dirty="0" smtClean="0"/>
              <a:t> </a:t>
            </a:r>
            <a:r>
              <a:rPr lang="en-US" b="1" dirty="0" err="1" smtClean="0"/>
              <a:t>chính</a:t>
            </a:r>
            <a:r>
              <a:rPr lang="en-US" b="1" dirty="0" smtClean="0"/>
              <a:t>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Khám</a:t>
            </a:r>
            <a:r>
              <a:rPr lang="en-US" dirty="0" smtClean="0"/>
              <a:t> </a:t>
            </a:r>
            <a:r>
              <a:rPr lang="en-US" dirty="0" err="1" smtClean="0"/>
              <a:t>phá</a:t>
            </a:r>
            <a:r>
              <a:rPr lang="en-US" dirty="0" smtClean="0"/>
              <a:t> pattern </a:t>
            </a:r>
            <a:r>
              <a:rPr lang="en-US" dirty="0" err="1" smtClean="0"/>
              <a:t>ẩn</a:t>
            </a:r>
            <a:endParaRPr lang="en-US" dirty="0" smtClean="0"/>
          </a:p>
          <a:p>
            <a:r>
              <a:rPr lang="en-US" dirty="0" err="1" smtClean="0"/>
              <a:t>Gom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endParaRPr lang="en-US" dirty="0" smtClean="0"/>
          </a:p>
          <a:p>
            <a:r>
              <a:rPr lang="en-US" dirty="0" err="1" smtClean="0"/>
              <a:t>Giảm</a:t>
            </a:r>
            <a:r>
              <a:rPr lang="en-US" dirty="0" smtClean="0"/>
              <a:t> </a:t>
            </a:r>
            <a:r>
              <a:rPr lang="en-US" dirty="0" err="1" smtClean="0"/>
              <a:t>chiều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468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99370"/>
            <a:ext cx="9144000" cy="2387600"/>
          </a:xfrm>
        </p:spPr>
        <p:txBody>
          <a:bodyPr/>
          <a:lstStyle/>
          <a:p>
            <a:r>
              <a:rPr lang="en-US" b="1" dirty="0" smtClean="0"/>
              <a:t>3. So </a:t>
            </a:r>
            <a:r>
              <a:rPr lang="en-US" b="1" dirty="0" err="1" smtClean="0"/>
              <a:t>sánh</a:t>
            </a:r>
            <a:r>
              <a:rPr lang="en-US" b="1" dirty="0" smtClean="0"/>
              <a:t> </a:t>
            </a:r>
            <a:r>
              <a:rPr lang="en-US" b="1" dirty="0" err="1" smtClean="0"/>
              <a:t>tổng</a:t>
            </a:r>
            <a:r>
              <a:rPr lang="en-US" b="1" dirty="0" smtClean="0"/>
              <a:t> </a:t>
            </a:r>
            <a:r>
              <a:rPr lang="en-US" b="1" dirty="0" err="1" smtClean="0"/>
              <a:t>quan</a:t>
            </a:r>
            <a:r>
              <a:rPr lang="en-US" b="1" dirty="0" smtClean="0"/>
              <a:t> Supervised </a:t>
            </a:r>
            <a:r>
              <a:rPr lang="en-US" b="1" dirty="0" err="1" smtClean="0"/>
              <a:t>và</a:t>
            </a:r>
            <a:r>
              <a:rPr lang="en-US" b="1" dirty="0" smtClean="0"/>
              <a:t> Unsupervised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99370"/>
            <a:ext cx="9144000" cy="2387600"/>
          </a:xfrm>
        </p:spPr>
        <p:txBody>
          <a:bodyPr/>
          <a:lstStyle/>
          <a:p>
            <a:r>
              <a:rPr lang="en-US" b="1" dirty="0" smtClean="0"/>
              <a:t>4. </a:t>
            </a:r>
            <a:r>
              <a:rPr lang="en-US" b="1" dirty="0" err="1" smtClean="0"/>
              <a:t>Giới</a:t>
            </a:r>
            <a:r>
              <a:rPr lang="en-US" b="1" dirty="0" smtClean="0"/>
              <a:t> </a:t>
            </a:r>
            <a:r>
              <a:rPr lang="en-US" b="1" dirty="0" err="1" smtClean="0"/>
              <a:t>thiệu</a:t>
            </a:r>
            <a:r>
              <a:rPr lang="en-US" b="1" dirty="0" smtClean="0"/>
              <a:t> </a:t>
            </a:r>
            <a:r>
              <a:rPr lang="en-US" b="1" dirty="0" err="1" smtClean="0"/>
              <a:t>các</a:t>
            </a:r>
            <a:r>
              <a:rPr lang="en-US" b="1" dirty="0" smtClean="0"/>
              <a:t> </a:t>
            </a:r>
            <a:r>
              <a:rPr lang="en-US" b="1" dirty="0" err="1" smtClean="0"/>
              <a:t>thuật</a:t>
            </a:r>
            <a:r>
              <a:rPr lang="en-US" b="1" dirty="0" smtClean="0"/>
              <a:t> </a:t>
            </a:r>
            <a:r>
              <a:rPr lang="en-US" b="1" dirty="0" err="1" smtClean="0"/>
              <a:t>toán</a:t>
            </a:r>
            <a:r>
              <a:rPr lang="en-US" b="1" dirty="0" smtClean="0"/>
              <a:t> </a:t>
            </a:r>
            <a:r>
              <a:rPr lang="en-US" b="1" dirty="0" err="1" smtClean="0"/>
              <a:t>tiêu</a:t>
            </a:r>
            <a:r>
              <a:rPr lang="en-US" b="1" dirty="0" smtClean="0"/>
              <a:t> </a:t>
            </a:r>
            <a:r>
              <a:rPr lang="en-US" b="1" dirty="0" err="1" smtClean="0"/>
              <a:t>biểu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58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4. </a:t>
            </a:r>
            <a:r>
              <a:rPr lang="en-US" b="1" dirty="0" err="1" smtClean="0"/>
              <a:t>Giới</a:t>
            </a:r>
            <a:r>
              <a:rPr lang="en-US" b="1" dirty="0" smtClean="0"/>
              <a:t> </a:t>
            </a:r>
            <a:r>
              <a:rPr lang="en-US" b="1" dirty="0" err="1" smtClean="0"/>
              <a:t>thiệu</a:t>
            </a:r>
            <a:r>
              <a:rPr lang="en-US" b="1" dirty="0" smtClean="0"/>
              <a:t> </a:t>
            </a:r>
            <a:r>
              <a:rPr lang="en-US" b="1" dirty="0" err="1" smtClean="0"/>
              <a:t>các</a:t>
            </a:r>
            <a:r>
              <a:rPr lang="en-US" b="1" dirty="0" smtClean="0"/>
              <a:t> </a:t>
            </a:r>
            <a:r>
              <a:rPr lang="en-US" b="1" dirty="0" err="1" smtClean="0"/>
              <a:t>thuật</a:t>
            </a:r>
            <a:r>
              <a:rPr lang="en-US" b="1" dirty="0" smtClean="0"/>
              <a:t> </a:t>
            </a:r>
            <a:r>
              <a:rPr lang="en-US" b="1" dirty="0" err="1" smtClean="0"/>
              <a:t>toán</a:t>
            </a:r>
            <a:r>
              <a:rPr lang="en-US" b="1" dirty="0" smtClean="0"/>
              <a:t> </a:t>
            </a:r>
            <a:r>
              <a:rPr lang="en-US" b="1" dirty="0" err="1" smtClean="0"/>
              <a:t>tiêu</a:t>
            </a:r>
            <a:r>
              <a:rPr lang="en-US" b="1" dirty="0" smtClean="0"/>
              <a:t> </a:t>
            </a:r>
            <a:r>
              <a:rPr lang="en-US" b="1" dirty="0" err="1" smtClean="0"/>
              <a:t>biểu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4.1.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giám</a:t>
            </a:r>
            <a:r>
              <a:rPr lang="en-US" dirty="0" smtClean="0"/>
              <a:t> </a:t>
            </a:r>
            <a:r>
              <a:rPr lang="en-US" dirty="0" err="1" smtClean="0"/>
              <a:t>sát</a:t>
            </a:r>
            <a:endParaRPr lang="en-US" dirty="0" smtClean="0"/>
          </a:p>
          <a:p>
            <a:pPr lvl="1"/>
            <a:r>
              <a:rPr lang="en-US" dirty="0" smtClean="0"/>
              <a:t>Linear Regression</a:t>
            </a:r>
          </a:p>
          <a:p>
            <a:pPr lvl="1"/>
            <a:r>
              <a:rPr lang="en-US" dirty="0" smtClean="0"/>
              <a:t>Logistic Regression</a:t>
            </a:r>
          </a:p>
          <a:p>
            <a:pPr lvl="1"/>
            <a:r>
              <a:rPr lang="en-US" dirty="0" smtClean="0"/>
              <a:t>Decision Tree</a:t>
            </a:r>
          </a:p>
          <a:p>
            <a:pPr lvl="1"/>
            <a:r>
              <a:rPr lang="en-US" dirty="0" smtClean="0"/>
              <a:t>Random Forest </a:t>
            </a:r>
          </a:p>
          <a:p>
            <a:pPr lvl="1"/>
            <a:r>
              <a:rPr lang="en-US" dirty="0" smtClean="0"/>
              <a:t>Support Vector Machine</a:t>
            </a:r>
          </a:p>
          <a:p>
            <a:pPr lvl="1"/>
            <a:r>
              <a:rPr lang="en-US" dirty="0" smtClean="0"/>
              <a:t>K-Nearest Neighbors</a:t>
            </a:r>
            <a:endParaRPr lang="en-US" dirty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82572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4. </a:t>
            </a:r>
            <a:r>
              <a:rPr lang="en-US" b="1" dirty="0" err="1" smtClean="0"/>
              <a:t>Giới</a:t>
            </a:r>
            <a:r>
              <a:rPr lang="en-US" b="1" dirty="0" smtClean="0"/>
              <a:t> </a:t>
            </a:r>
            <a:r>
              <a:rPr lang="en-US" b="1" dirty="0" err="1" smtClean="0"/>
              <a:t>thiệu</a:t>
            </a:r>
            <a:r>
              <a:rPr lang="en-US" b="1" dirty="0" smtClean="0"/>
              <a:t> </a:t>
            </a:r>
            <a:r>
              <a:rPr lang="en-US" b="1" dirty="0" err="1" smtClean="0"/>
              <a:t>các</a:t>
            </a:r>
            <a:r>
              <a:rPr lang="en-US" b="1" dirty="0" smtClean="0"/>
              <a:t> </a:t>
            </a:r>
            <a:r>
              <a:rPr lang="en-US" b="1" dirty="0" err="1" smtClean="0"/>
              <a:t>thuật</a:t>
            </a:r>
            <a:r>
              <a:rPr lang="en-US" b="1" dirty="0" smtClean="0"/>
              <a:t> </a:t>
            </a:r>
            <a:r>
              <a:rPr lang="en-US" b="1" dirty="0" err="1" smtClean="0"/>
              <a:t>toán</a:t>
            </a:r>
            <a:r>
              <a:rPr lang="en-US" b="1" dirty="0" smtClean="0"/>
              <a:t> </a:t>
            </a:r>
            <a:r>
              <a:rPr lang="en-US" b="1" dirty="0" err="1" smtClean="0"/>
              <a:t>tiêu</a:t>
            </a:r>
            <a:r>
              <a:rPr lang="en-US" b="1" dirty="0" smtClean="0"/>
              <a:t> </a:t>
            </a:r>
            <a:r>
              <a:rPr lang="en-US" b="1" dirty="0" err="1" smtClean="0"/>
              <a:t>biểu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4.2.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giám</a:t>
            </a:r>
            <a:r>
              <a:rPr lang="en-US" dirty="0" smtClean="0"/>
              <a:t> </a:t>
            </a:r>
            <a:r>
              <a:rPr lang="en-US" dirty="0" err="1" smtClean="0"/>
              <a:t>sát</a:t>
            </a:r>
            <a:endParaRPr lang="en-US" dirty="0" smtClean="0"/>
          </a:p>
          <a:p>
            <a:pPr lvl="1"/>
            <a:r>
              <a:rPr lang="en-US" dirty="0" smtClean="0"/>
              <a:t>K-Means</a:t>
            </a:r>
            <a:r>
              <a:rPr lang="en-US" dirty="0"/>
              <a:t> </a:t>
            </a:r>
            <a:r>
              <a:rPr lang="en-US" dirty="0" smtClean="0"/>
              <a:t>Clustering</a:t>
            </a:r>
            <a:endParaRPr lang="en-US" dirty="0"/>
          </a:p>
          <a:p>
            <a:pPr lvl="1"/>
            <a:r>
              <a:rPr lang="en-US" dirty="0" smtClean="0"/>
              <a:t>DBSCAN</a:t>
            </a:r>
          </a:p>
          <a:p>
            <a:pPr lvl="1"/>
            <a:r>
              <a:rPr lang="en-US" dirty="0" smtClean="0"/>
              <a:t>Hierarchical Clustering</a:t>
            </a:r>
          </a:p>
          <a:p>
            <a:pPr lvl="1"/>
            <a:r>
              <a:rPr lang="en-US" dirty="0" smtClean="0"/>
              <a:t>PCA</a:t>
            </a:r>
          </a:p>
          <a:p>
            <a:pPr lvl="1"/>
            <a:r>
              <a:rPr lang="en-US" dirty="0" smtClean="0"/>
              <a:t>t-SNE</a:t>
            </a:r>
          </a:p>
        </p:txBody>
      </p:sp>
    </p:spTree>
    <p:extLst>
      <p:ext uri="{BB962C8B-B14F-4D97-AF65-F5344CB8AC3E}">
        <p14:creationId xmlns:p14="http://schemas.microsoft.com/office/powerpoint/2010/main" val="168845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201</Words>
  <Application>Microsoft Office PowerPoint</Application>
  <PresentationFormat>Widescreen</PresentationFormat>
  <Paragraphs>49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BÁO CÁO TUẦN 2</vt:lpstr>
      <vt:lpstr>Tổng quan nội dung</vt:lpstr>
      <vt:lpstr>1. Học có giám sát</vt:lpstr>
      <vt:lpstr>1. Học có giám sát</vt:lpstr>
      <vt:lpstr>PowerPoint Presentation</vt:lpstr>
      <vt:lpstr>1. Học có giám sát</vt:lpstr>
      <vt:lpstr>PowerPoint Presentation</vt:lpstr>
      <vt:lpstr>1. Học có giám sát</vt:lpstr>
      <vt:lpstr>PowerPoint Presentation</vt:lpstr>
      <vt:lpstr>2. Học không giám sát</vt:lpstr>
      <vt:lpstr>2. Học không giám sát</vt:lpstr>
      <vt:lpstr>PowerPoint Presentation</vt:lpstr>
      <vt:lpstr>2. Học không giám sát</vt:lpstr>
      <vt:lpstr>Mục tiêu và ứng dụng chính </vt:lpstr>
      <vt:lpstr>3. So sánh tổng quan Supervised và Unsupervised</vt:lpstr>
      <vt:lpstr>4. Giới thiệu các thuật toán tiêu biểu</vt:lpstr>
      <vt:lpstr>4. Giới thiệu các thuật toán tiêu biểu</vt:lpstr>
      <vt:lpstr>4. Giới thiệu các thuật toán tiêu biểu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TUẦN 2</dc:title>
  <dc:creator>Doan Tien Dung 202516747</dc:creator>
  <cp:lastModifiedBy>Doan Tien Dung 202516747</cp:lastModifiedBy>
  <cp:revision>8</cp:revision>
  <dcterms:created xsi:type="dcterms:W3CDTF">2026-10-09T15:34:11Z</dcterms:created>
  <dcterms:modified xsi:type="dcterms:W3CDTF">2026-10-09T17:07:30Z</dcterms:modified>
</cp:coreProperties>
</file>